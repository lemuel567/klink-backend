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F1132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F1132">
              <a:alpha val="80000"/>
            </a:srgbClr>
          </a:solidFill>
          <a:ln/>
        </p:spPr>
      </p:sp>
      <p:pic>
        <p:nvPicPr>
          <p:cNvPr id="4" name="Image 0" descr="/home/claude/deck/icon_church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002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KLINK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church shares, in one place.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429000"/>
            <a:ext cx="27432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Document  ·  July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  +  React Native Mobile App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github.com/Lemuel567/Klink-backend   ·   github.com/Lemuel567/Klink-frontend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Klink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is a multi-church management platform. Any church registers with a single form, receives a private workspace and a join code, and runs its entire congregational life from a mobile app — membership, attendance, finances, online giving, sermons, events, ministry groups, prayer, building projects, and communication.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2E1A47"/>
          </a:solidFill>
          <a:ln/>
          <a:effectLst>
            <a:outerShdw sx="100000" sy="100000" kx="0" ky="0" algn="bl" rotWithShape="0" blurRad="101600" dist="38100" dir="5400000">
              <a:srgbClr val="3A2C55">
                <a:alpha val="30000"/>
              </a:srgbClr>
            </a:outerShdw>
          </a:effectLst>
        </p:spPr>
      </p:sp>
      <p:pic>
        <p:nvPicPr>
          <p:cNvPr id="6" name="Image 0" descr="/home/claude/deck/icon_lock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245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isolation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45902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query is filtered by the church's ID, taken from the login token — never from the request.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169164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2376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workspace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23760" y="2221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church, on registration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49440" y="292608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2376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code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23760" y="34564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member onboarding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49440" y="416052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2376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23760" y="46908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checks-and-balances access model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at real scale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production system, not a prototype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8912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2960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entities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60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0" y="3931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160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389120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3931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4160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229600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Technology Choices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5" name="Image 0" descr="/home/claude/deck/icon_server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842516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 3.5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32120" y="164592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API itself — ~95 endpoints under /api/v1. JSON only; the app is the entire UI.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9" name="Image 1" descr="/home/claude/deck/icon_shield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6014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532120" y="2404872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access tokens, 30-day rotating refresh tokens, stolen-token family revocation.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13" name="Image 2" descr="/home/claude/deck/icon_database_D4AF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360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82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Flyway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532120" y="3163824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entities over ~40 PostgreSQL tables, church-scoped repositories, versioned migrations.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17" name="Image 3" descr="/home/claude/deck/icon_cloud_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11937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41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 + Storage)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532120" y="3922776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 and all uploaded files — photos, galleries, sermon audio, PDFs.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21" name="Image 4" descr="/home/claude/deck/icon_card_D4AF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878324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7000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Paystack, Twilio, Gmail, Firebase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532120" y="4681728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giving, SMS codes/reminders, email delivery, and push notifications.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5513832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25" name="Image 5" descr="/home/claude/deck/icon_gears_D4AF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5637276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5458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@Scheduled + Events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5532120" y="544068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automated jobs; all notifications fire only after DB commit succeeds.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Technology Choices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5" name="Image 0" descr="/home/claude/deck/icon_mobil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842516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SDK 54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32120" y="164592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iOS and Android; tested live on real phones via Expo Go.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9" name="Image 1" descr="/home/claude/deck/icon_list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6014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expo-router 6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532120" y="2404872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navigation across 44 screens with typed routes.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13" name="Image 2" descr="/home/claude/deck/icon_chart_D4AF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360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82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5 + Zustand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532120" y="3163824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Server-data caching with offline persistence; lean app state for session and network.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17" name="Image 3" descr="/home/claude/deck/icon_qrcode_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11937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41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expo-camera + QR libraries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532120" y="3922776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and generator behind every attendance check-in.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21" name="Image 4" descr="/home/claude/deck/icon_lock_D4AF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878324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7000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532120" y="4681728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on-device storage for tokens and session data.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5513832"/>
            <a:ext cx="457200" cy="45720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25" name="Image 5" descr="/home/claude/deck/icon_bell_D4AF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5637276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5458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expo-notifications + Firebase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5532120" y="544068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delivery for announcements, reminders, and receipts.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Access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Roles, Built-in Checks &amp; Balances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oversight; the only role that approves &amp; deletes projects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1762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role that can appoint a new Pastor or delete the church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1762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content; can demote a Pastor or Elder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Secretary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18795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all money; cannot post content or manage members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5661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Admin / Fin-Sec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418795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only — group money never mixes with church funds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5661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418795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records, directory, giving, groups, prayer, polls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Church Needs, in One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6" name="Image 0" descr="/home/claude/deck/icon_qrcod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 with celebration animation; manual marking; auto-absent after sessions expire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11" name="Image 1" descr="/home/claude/deck/icon_card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0482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Giving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card &amp; Mobile Money; server-verified, race-proof ledger; e-receipts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16" name="Image 2" descr="/home/claude/deck/icon_bell_D4AF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20482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5820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announcements with real read receipts; push + SMS fallback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21" name="Image 3" descr="/home/claude/deck/icon_book_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2885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Worship Content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 audio player, daily devotionals, gallery, PDF library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160520"/>
            <a:ext cx="502920" cy="50292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26" name="Image 4" descr="/home/claude/deck/icon_users_D4AF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308" y="428853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Polls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Self-running ministry groups with isolated dues; one-vote-per-member live polls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160520"/>
            <a:ext cx="502920" cy="502920"/>
          </a:xfrm>
          <a:prstGeom prst="ellipse">
            <a:avLst/>
          </a:prstGeom>
          <a:solidFill>
            <a:srgbClr val="2E1A47"/>
          </a:solidFill>
          <a:ln/>
        </p:spPr>
      </p:sp>
      <p:pic>
        <p:nvPicPr>
          <p:cNvPr id="31" name="Image 5" descr="/home/claude/deck/icon_layers_D4AF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788" y="428853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Facilities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5820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approval → fundraising → completion, with contributor updates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Protected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1965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45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Church-ID isolation on every query — taken from the token, never the request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7802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042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JWT guard chain; instant global sign-out via token versioning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626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login, account lockout, and rate limiting against probing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210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BCrypt-12 passwords; hashed refresh tokens and verification codes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45312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79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validated by magic bytes — declared type is never trusted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1149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37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security headers (HSTS, CSP, frame-deny); CORS off by default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2E1A47"/>
          </a:solidFill>
          <a:ln/>
        </p:spPr>
      </p:sp>
      <p:pic>
        <p:nvPicPr>
          <p:cNvPr id="5" name="Image 0" descr="/home/claude/deck/icon_vial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385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463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unit tests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Mockito, covering finance rules, group permissions, project transitions, and security gates. Runs in GitHub Actions CI on every push, alongside a strict TypeScript check on the frontend.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663440"/>
            <a:ext cx="4480560" cy="0"/>
          </a:xfrm>
          <a:prstGeom prst="line">
            <a:avLst/>
          </a:prstGeom>
          <a:noFill/>
          <a:ln w="12700">
            <a:solidFill>
              <a:srgbClr val="4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846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device testing on real iPhones and Android phones through Expo Go.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1737360"/>
            <a:ext cx="5623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1F0"/>
            </a:solidFill>
            <a:prstDash val="solid"/>
          </a:ln>
          <a:effectLst>
            <a:outerShdw sx="100000" sy="100000" kx="0" ky="0" algn="bl" rotWithShape="0" blurRad="76200" dist="25400" dir="5400000">
              <a:srgbClr val="D9D2EA">
                <a:alpha val="35000"/>
              </a:srgbClr>
            </a:outerShdw>
          </a:effectLst>
        </p:spPr>
      </p:sp>
      <p:pic>
        <p:nvPicPr>
          <p:cNvPr id="12" name="Image 1" descr="/home/claude/deck/icon_card_2E1A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tested end-to-end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0936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giving flow is exercised against Paystack's sandbox before going live.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093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card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4084 0840 8408 4081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30936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408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3093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future date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30936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22960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309360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22960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Klink Live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repo to app store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pic>
        <p:nvPicPr>
          <p:cNvPr id="5" name="Image 0" descr="/home/claude/deck/icon_server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266090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532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Spring Boot JAR to Render (fastest path to a live HTTPS URL)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41071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2826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production env vars — Supabase, Paystack, Twilio, Gmail, Firebase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0325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HIBERNATE_DDL_AUTO=validate; Flyway owns the schema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910328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7823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/health endpoint into platform monitoring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F1132"/>
          </a:solidFill>
          <a:ln w="12700">
            <a:solidFill>
              <a:srgbClr val="4A3A6B"/>
            </a:solidFill>
            <a:prstDash val="solid"/>
          </a:ln>
        </p:spPr>
      </p:sp>
      <p:pic>
        <p:nvPicPr>
          <p:cNvPr id="16" name="Image 1" descr="/home/claude/deck/icon_mobile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537960" y="266090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2532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EAS — preview builds for demo devices, production for the stores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37960" y="341071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32826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submit to Google Play and the App Store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37960" y="41605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40325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app at the production API before the production build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37960" y="4910328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47823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 fixes after launch with EAS Update (no store review)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F1132">
              <a:alpha val="80000"/>
            </a:srgbClr>
          </a:solidFill>
          <a:ln/>
        </p:spPr>
      </p:sp>
      <p:pic>
        <p:nvPicPr>
          <p:cNvPr id="3" name="Image 0" descr="/home/claude/deck/icon_handshak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343400"/>
            <a:ext cx="27432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github.com/Lemuel567/Klink-backend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github.com/Lemuel567/Klink-frontend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 · Project Presentation · July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2026-07-23T01:36:29Z</dcterms:created>
  <dcterms:modified xsi:type="dcterms:W3CDTF">2026-07-23T01:36:29Z</dcterms:modified>
</cp:coreProperties>
</file>